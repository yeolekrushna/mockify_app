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7" r:id="rId6"/>
    <p:sldId id="277" r:id="rId7"/>
    <p:sldId id="278" r:id="rId8"/>
    <p:sldId id="280" r:id="rId9"/>
    <p:sldId id="274" r:id="rId10"/>
  </p:sldIdLst>
  <p:sldSz cx="12188825" cy="6858000"/>
  <p:notesSz cx="6761163" cy="9942513"/>
  <p:embeddedFontLst>
    <p:embeddedFont>
      <p:font typeface="Gill Sans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VdRc0wslBhkuoU8+70iG1J+ne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ip RAJ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D9F9A4-6209-4B79-A726-875C9723F9B2}">
  <a:tblStyle styleId="{1AD9F9A4-6209-4B79-A726-875C9723F9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03D46B1-7A9E-409F-B616-10CFBBF69FDA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0"/>
          </a:solidFill>
        </a:fill>
      </a:tcStyle>
    </a:wholeTbl>
    <a:band1H>
      <a:tcTxStyle b="off" i="off"/>
      <a:tcStyle>
        <a:tcBdr/>
        <a:fill>
          <a:solidFill>
            <a:srgbClr val="CCDBE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DBE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4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D4C760B-64D2-4D53-C31B-EA58A5C4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>
            <a:extLst>
              <a:ext uri="{FF2B5EF4-FFF2-40B4-BE49-F238E27FC236}">
                <a16:creationId xmlns:a16="http://schemas.microsoft.com/office/drawing/2014/main" id="{3FB3114D-5AFD-1105-DE49-23CFBA138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E88558A1-F1EB-70EB-0BCE-0FB339F4C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9596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65884AB7-A310-5767-F78D-DBECBE41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>
            <a:extLst>
              <a:ext uri="{FF2B5EF4-FFF2-40B4-BE49-F238E27FC236}">
                <a16:creationId xmlns:a16="http://schemas.microsoft.com/office/drawing/2014/main" id="{24692F11-B5F9-00A5-F032-7ACF41714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4:notes">
            <a:extLst>
              <a:ext uri="{FF2B5EF4-FFF2-40B4-BE49-F238E27FC236}">
                <a16:creationId xmlns:a16="http://schemas.microsoft.com/office/drawing/2014/main" id="{77520989-30C1-0A66-8499-168A3BCB7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953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1E5FBCE-F148-E99F-2A19-E8296CEA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>
            <a:extLst>
              <a:ext uri="{FF2B5EF4-FFF2-40B4-BE49-F238E27FC236}">
                <a16:creationId xmlns:a16="http://schemas.microsoft.com/office/drawing/2014/main" id="{AE04559F-C4FC-0195-FB9A-958A8F3E1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4:notes">
            <a:extLst>
              <a:ext uri="{FF2B5EF4-FFF2-40B4-BE49-F238E27FC236}">
                <a16:creationId xmlns:a16="http://schemas.microsoft.com/office/drawing/2014/main" id="{E9AD4F09-3635-2981-E9D5-34414A6BA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5181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263" y="746125"/>
            <a:ext cx="662463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1913645" y="274638"/>
            <a:ext cx="99948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1913645" y="1447800"/>
            <a:ext cx="9994837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/>
          <p:nvPr/>
        </p:nvSpPr>
        <p:spPr>
          <a:xfrm>
            <a:off x="3043061" y="-54"/>
            <a:ext cx="9141619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3436960" y="2600325"/>
            <a:ext cx="8532178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3436960" y="1066800"/>
            <a:ext cx="8532178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3"/>
          <p:cNvSpPr/>
          <p:nvPr/>
        </p:nvSpPr>
        <p:spPr>
          <a:xfrm>
            <a:off x="3047206" y="0"/>
            <a:ext cx="101574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23"/>
          <p:cNvSpPr/>
          <p:nvPr/>
        </p:nvSpPr>
        <p:spPr>
          <a:xfrm>
            <a:off x="2895674" y="2814656"/>
            <a:ext cx="280343" cy="210312"/>
          </a:xfrm>
          <a:prstGeom prst="ellipse">
            <a:avLst/>
          </a:prstGeom>
          <a:gradFill>
            <a:gsLst>
              <a:gs pos="0">
                <a:srgbClr val="D7F6FF">
                  <a:alpha val="94117"/>
                </a:srgbClr>
              </a:gs>
              <a:gs pos="50000">
                <a:srgbClr val="C0E3F0">
                  <a:alpha val="89019"/>
                </a:srgbClr>
              </a:gs>
              <a:gs pos="95000">
                <a:srgbClr val="65C6EA">
                  <a:alpha val="87058"/>
                </a:srgbClr>
              </a:gs>
              <a:gs pos="100000">
                <a:srgbClr val="00BBF1">
                  <a:alpha val="83921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3209916" y="2745870"/>
            <a:ext cx="85322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1913645" y="274320"/>
            <a:ext cx="99948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1913646" y="1524000"/>
            <a:ext cx="487553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7032952" y="1524000"/>
            <a:ext cx="487553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>
            <a:spLocks noGrp="1"/>
          </p:cNvSpPr>
          <p:nvPr>
            <p:ph type="title"/>
          </p:nvPr>
        </p:nvSpPr>
        <p:spPr>
          <a:xfrm>
            <a:off x="609441" y="5160336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1"/>
          </p:nvPr>
        </p:nvSpPr>
        <p:spPr>
          <a:xfrm>
            <a:off x="609441" y="328278"/>
            <a:ext cx="5363083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2"/>
          </p:nvPr>
        </p:nvSpPr>
        <p:spPr>
          <a:xfrm>
            <a:off x="6216301" y="328278"/>
            <a:ext cx="5363083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3"/>
          </p:nvPr>
        </p:nvSpPr>
        <p:spPr>
          <a:xfrm>
            <a:off x="609441" y="969336"/>
            <a:ext cx="5363083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4"/>
          </p:nvPr>
        </p:nvSpPr>
        <p:spPr>
          <a:xfrm>
            <a:off x="6216301" y="969336"/>
            <a:ext cx="5363083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>
            <a:spLocks noGrp="1"/>
          </p:cNvSpPr>
          <p:nvPr>
            <p:ph type="title"/>
          </p:nvPr>
        </p:nvSpPr>
        <p:spPr>
          <a:xfrm>
            <a:off x="1913645" y="274320"/>
            <a:ext cx="99948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/>
          <p:nvPr/>
        </p:nvSpPr>
        <p:spPr>
          <a:xfrm>
            <a:off x="1352960" y="0"/>
            <a:ext cx="1083586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7"/>
          <p:cNvSpPr/>
          <p:nvPr/>
        </p:nvSpPr>
        <p:spPr>
          <a:xfrm>
            <a:off x="1352959" y="-54"/>
            <a:ext cx="97511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8"/>
          <p:cNvSpPr txBox="1">
            <a:spLocks noGrp="1"/>
          </p:cNvSpPr>
          <p:nvPr>
            <p:ph type="title"/>
          </p:nvPr>
        </p:nvSpPr>
        <p:spPr>
          <a:xfrm>
            <a:off x="609441" y="216778"/>
            <a:ext cx="5078677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body" idx="1"/>
          </p:nvPr>
        </p:nvSpPr>
        <p:spPr>
          <a:xfrm>
            <a:off x="609441" y="1406964"/>
            <a:ext cx="5078677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2"/>
          </p:nvPr>
        </p:nvSpPr>
        <p:spPr>
          <a:xfrm>
            <a:off x="609441" y="2133601"/>
            <a:ext cx="10868369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>
            <a:off x="7847150" y="1066800"/>
            <a:ext cx="3656648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9"/>
          <p:cNvSpPr/>
          <p:nvPr/>
        </p:nvSpPr>
        <p:spPr>
          <a:xfrm>
            <a:off x="1015735" y="1066800"/>
            <a:ext cx="6094413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29"/>
          <p:cNvSpPr>
            <a:spLocks noGrp="1"/>
          </p:cNvSpPr>
          <p:nvPr>
            <p:ph type="pic" idx="2"/>
          </p:nvPr>
        </p:nvSpPr>
        <p:spPr>
          <a:xfrm>
            <a:off x="1117309" y="1143004"/>
            <a:ext cx="5891265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29"/>
          <p:cNvSpPr/>
          <p:nvPr/>
        </p:nvSpPr>
        <p:spPr>
          <a:xfrm rot="-2131329">
            <a:off x="528829" y="954341"/>
            <a:ext cx="914162" cy="204310"/>
          </a:xfrm>
          <a:prstGeom prst="flowChartProcess">
            <a:avLst/>
          </a:prstGeom>
          <a:solidFill>
            <a:srgbClr val="FBFBFB">
              <a:alpha val="43921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29"/>
          <p:cNvSpPr/>
          <p:nvPr/>
        </p:nvSpPr>
        <p:spPr>
          <a:xfrm rot="2103354" flipH="1">
            <a:off x="6669818" y="936786"/>
            <a:ext cx="865407" cy="204310"/>
          </a:xfrm>
          <a:prstGeom prst="flowChartProcess">
            <a:avLst/>
          </a:prstGeom>
          <a:solidFill>
            <a:srgbClr val="FBFBFB">
              <a:alpha val="43921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29"/>
          <p:cNvSpPr txBox="1">
            <a:spLocks noGrp="1"/>
          </p:cNvSpPr>
          <p:nvPr>
            <p:ph type="body" idx="1"/>
          </p:nvPr>
        </p:nvSpPr>
        <p:spPr>
          <a:xfrm>
            <a:off x="1117309" y="4800600"/>
            <a:ext cx="589126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>
            <a:spLocks noGrp="1"/>
          </p:cNvSpPr>
          <p:nvPr>
            <p:ph type="title"/>
          </p:nvPr>
        </p:nvSpPr>
        <p:spPr>
          <a:xfrm>
            <a:off x="1913645" y="274638"/>
            <a:ext cx="99948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body" idx="1"/>
          </p:nvPr>
        </p:nvSpPr>
        <p:spPr>
          <a:xfrm rot="5400000">
            <a:off x="4510763" y="-1149318"/>
            <a:ext cx="4800600" cy="999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>
            <a:spLocks noGrp="1"/>
          </p:cNvSpPr>
          <p:nvPr>
            <p:ph type="title"/>
          </p:nvPr>
        </p:nvSpPr>
        <p:spPr>
          <a:xfrm rot="5400000">
            <a:off x="7434739" y="1981520"/>
            <a:ext cx="5851525" cy="243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body" idx="1"/>
          </p:nvPr>
        </p:nvSpPr>
        <p:spPr>
          <a:xfrm rot="5400000">
            <a:off x="2305275" y="-507031"/>
            <a:ext cx="5851525" cy="741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>
            <a:alphaModFix/>
          </a:blip>
          <a:tile tx="0" ty="0" sx="90000" sy="90000" flip="xy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-1087619" y="-815922"/>
            <a:ext cx="2184614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156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225030" y="21103"/>
            <a:ext cx="2268997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20"/>
          <p:cNvSpPr/>
          <p:nvPr/>
        </p:nvSpPr>
        <p:spPr>
          <a:xfrm rot="2315675">
            <a:off x="243779" y="1055077"/>
            <a:ext cx="1500565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019"/>
                </a:srgbClr>
              </a:gs>
              <a:gs pos="70000">
                <a:srgbClr val="FFFDF8">
                  <a:alpha val="54117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350146" y="-54"/>
            <a:ext cx="10838679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1913645" y="274638"/>
            <a:ext cx="99948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1913645" y="1447800"/>
            <a:ext cx="9994837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4773957" y="6305550"/>
            <a:ext cx="2844059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7618015" y="6305550"/>
            <a:ext cx="385979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0"/>
          <p:cNvSpPr/>
          <p:nvPr/>
        </p:nvSpPr>
        <p:spPr>
          <a:xfrm>
            <a:off x="1352959" y="-54"/>
            <a:ext cx="97511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CDBAC-1732-5D9F-9C17-BC4343D32139}"/>
              </a:ext>
            </a:extLst>
          </p:cNvPr>
          <p:cNvSpPr txBox="1"/>
          <p:nvPr/>
        </p:nvSpPr>
        <p:spPr>
          <a:xfrm>
            <a:off x="2063794" y="1895142"/>
            <a:ext cx="94972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/>
              <a:t>Mockify</a:t>
            </a:r>
            <a:r>
              <a:rPr lang="en-US" sz="4000" b="1" dirty="0"/>
              <a:t>: AI-Powered Mock Test Platform</a:t>
            </a:r>
          </a:p>
          <a:p>
            <a:pPr algn="ctr"/>
            <a:endParaRPr lang="en-US" sz="4000" b="1" dirty="0"/>
          </a:p>
          <a:p>
            <a:pPr algn="ctr"/>
            <a:r>
              <a:rPr lang="en-US" sz="2000" dirty="0"/>
              <a:t>Containerized Deployment using Docker and AWS EC2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079EF-D432-7B07-FE56-C983FD1C44B8}"/>
              </a:ext>
            </a:extLst>
          </p:cNvPr>
          <p:cNvSpPr txBox="1"/>
          <p:nvPr/>
        </p:nvSpPr>
        <p:spPr>
          <a:xfrm>
            <a:off x="1908987" y="4747341"/>
            <a:ext cx="950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dirty="0"/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Krushna Ravindra Yeole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1995854" y="1481015"/>
            <a:ext cx="8001000" cy="482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833"/>
          </a:bodyPr>
          <a:lstStyle/>
          <a:p>
            <a:pPr marL="457200" lvl="0" indent="-4572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dirty="0"/>
          </a:p>
          <a:p>
            <a:pPr marL="457200" lvl="0" indent="-45722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US" sz="2800" dirty="0">
              <a:ea typeface="Times New Roman"/>
              <a:cs typeface="Times New Roman"/>
            </a:endParaRPr>
          </a:p>
          <a:p>
            <a:pPr marL="457200" lvl="0" indent="-45722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System’s Architecture</a:t>
            </a:r>
            <a:endParaRPr sz="2800" dirty="0"/>
          </a:p>
          <a:p>
            <a:pPr marL="457200" lvl="0" indent="-45722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Details</a:t>
            </a:r>
            <a:endParaRPr sz="2800" dirty="0"/>
          </a:p>
          <a:p>
            <a:pPr marL="457200" lvl="0" indent="-45722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2800" dirty="0"/>
          </a:p>
          <a:p>
            <a:pPr marL="457200" lvl="0" indent="-45722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58C00"/>
              </a:buClr>
              <a:buSzPct val="80000"/>
              <a:buFont typeface="Noto Sans Symbols"/>
              <a:buChar char="⮚"/>
            </a:pPr>
            <a:r>
              <a:rPr lang="en-US" sz="2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2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8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Noto Sans Symbols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413892" y="274638"/>
            <a:ext cx="9759198" cy="70609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80D"/>
              </a:buClr>
              <a:buSzPts val="6000"/>
              <a:buFont typeface="Times New Roman"/>
              <a:buNone/>
            </a:pPr>
            <a:r>
              <a:rPr lang="en-US" sz="6000" b="1" i="0" u="none" strike="noStrike" cap="small" dirty="0">
                <a:solidFill>
                  <a:srgbClr val="1D18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4500" b="1" i="0" u="none" strike="noStrike" cap="small" dirty="0">
                <a:solidFill>
                  <a:srgbClr val="1D18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389741" y="1196752"/>
            <a:ext cx="9745231" cy="4824536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/>
        </p:nvSpPr>
        <p:spPr>
          <a:xfrm>
            <a:off x="1413892" y="260648"/>
            <a:ext cx="9759198" cy="70609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80D"/>
              </a:buClr>
              <a:buSzPts val="6000"/>
              <a:buFont typeface="Times New Roman"/>
              <a:buNone/>
            </a:pPr>
            <a:r>
              <a:rPr lang="en-US" sz="6000" b="1" i="0" u="none" strike="noStrike" cap="small" dirty="0">
                <a:solidFill>
                  <a:srgbClr val="1D18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4500" b="1" i="0" u="none" strike="noStrike" cap="small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500" b="1" i="0" u="none" strike="noStrike" cap="small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1879884" y="1693605"/>
            <a:ext cx="1012599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AI-powered mock test web application designed to help users practice any topic instantly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6;p3">
            <a:extLst>
              <a:ext uri="{FF2B5EF4-FFF2-40B4-BE49-F238E27FC236}">
                <a16:creationId xmlns:a16="http://schemas.microsoft.com/office/drawing/2014/main" id="{1A1C6F41-0340-3110-CA85-710BCD839951}"/>
              </a:ext>
            </a:extLst>
          </p:cNvPr>
          <p:cNvSpPr txBox="1">
            <a:spLocks/>
          </p:cNvSpPr>
          <p:nvPr/>
        </p:nvSpPr>
        <p:spPr>
          <a:xfrm>
            <a:off x="1879882" y="2289374"/>
            <a:ext cx="1012599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Developed using Flask, HTML, CSS, and JavaScript for full-stack web development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6;p3">
            <a:extLst>
              <a:ext uri="{FF2B5EF4-FFF2-40B4-BE49-F238E27FC236}">
                <a16:creationId xmlns:a16="http://schemas.microsoft.com/office/drawing/2014/main" id="{AECB1B70-4DE4-AA57-AF5E-1D9D5DCF58C1}"/>
              </a:ext>
            </a:extLst>
          </p:cNvPr>
          <p:cNvSpPr txBox="1">
            <a:spLocks/>
          </p:cNvSpPr>
          <p:nvPr/>
        </p:nvSpPr>
        <p:spPr>
          <a:xfrm>
            <a:off x="1879881" y="2843331"/>
            <a:ext cx="1012599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Allows users to generate, attempt, and analyze MCQ-based tests in a structured way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26;p3">
            <a:extLst>
              <a:ext uri="{FF2B5EF4-FFF2-40B4-BE49-F238E27FC236}">
                <a16:creationId xmlns:a16="http://schemas.microsoft.com/office/drawing/2014/main" id="{0333FFEC-822E-07C6-7D68-152A855516DF}"/>
              </a:ext>
            </a:extLst>
          </p:cNvPr>
          <p:cNvSpPr txBox="1">
            <a:spLocks/>
          </p:cNvSpPr>
          <p:nvPr/>
        </p:nvSpPr>
        <p:spPr>
          <a:xfrm>
            <a:off x="1879880" y="3359165"/>
            <a:ext cx="1012599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Focus on containerized deployment using Docker for consistency and portability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6;p3">
            <a:extLst>
              <a:ext uri="{FF2B5EF4-FFF2-40B4-BE49-F238E27FC236}">
                <a16:creationId xmlns:a16="http://schemas.microsoft.com/office/drawing/2014/main" id="{73F28233-348E-D4C8-34EC-6F56C6545836}"/>
              </a:ext>
            </a:extLst>
          </p:cNvPr>
          <p:cNvSpPr txBox="1">
            <a:spLocks/>
          </p:cNvSpPr>
          <p:nvPr/>
        </p:nvSpPr>
        <p:spPr>
          <a:xfrm>
            <a:off x="1879880" y="3913122"/>
            <a:ext cx="1012599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Application is deployed on AWS EC2 using a Docker container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0" y="260648"/>
            <a:ext cx="12188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Times New Roman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endParaRPr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1701924" y="1412776"/>
            <a:ext cx="964907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/>
              <a:t>In traditional systems, generating and practicing topic-specific tests is often manual and time-consuming. Users rely on static question banks, which lack flexibility and personalization. Additionally, deploying full-stack applications manually can lead to configuration issues, inconsistencies, and errors. Managing dependencies and environment setup across systems becomes difficult without proper standardization. Therefore, there is a need for an intelligent system that can generate dynamic tests and a deployment approach that ensures consistency, scalability, and efficiency.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485900" y="404664"/>
            <a:ext cx="9818687" cy="72008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27432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lang="en-US" sz="4500" b="1" i="0" u="none" strike="noStrike" cap="small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Problem Statement</a:t>
            </a:r>
            <a:endParaRPr sz="4500" b="1" i="0" u="none" strike="noStrike" cap="small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1557908" y="260648"/>
            <a:ext cx="10513168" cy="72008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C00"/>
              </a:buClr>
              <a:buSzPts val="4000"/>
              <a:buFont typeface="Times New Roman"/>
              <a:buNone/>
            </a:pPr>
            <a:r>
              <a:rPr lang="en-US" sz="4500" b="1" i="0" u="none" strike="noStrike" cap="small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4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FFAEC-9D1C-1C5E-BCAF-13D00F90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17" y="1345223"/>
            <a:ext cx="7560260" cy="5040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78F574F3-C30B-1409-5133-27AD247E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FC84D6C4-E5B0-AECE-150A-7DCC55123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93" name="Google Shape;193;p12">
            <a:extLst>
              <a:ext uri="{FF2B5EF4-FFF2-40B4-BE49-F238E27FC236}">
                <a16:creationId xmlns:a16="http://schemas.microsoft.com/office/drawing/2014/main" id="{3395EE6D-3F31-A211-0EF6-09B658AF7B48}"/>
              </a:ext>
            </a:extLst>
          </p:cNvPr>
          <p:cNvSpPr txBox="1"/>
          <p:nvPr/>
        </p:nvSpPr>
        <p:spPr>
          <a:xfrm>
            <a:off x="1557908" y="260648"/>
            <a:ext cx="10513168" cy="72008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C00"/>
              </a:buClr>
              <a:buSzPts val="4000"/>
              <a:buFont typeface="Times New Roman"/>
              <a:buNone/>
            </a:pPr>
            <a:r>
              <a:rPr lang="en-US" sz="4500" b="1" i="0" u="none" strike="noStrike" cap="small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4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CAC6F-D28A-54E7-733B-E27E87959490}"/>
              </a:ext>
            </a:extLst>
          </p:cNvPr>
          <p:cNvSpPr txBox="1"/>
          <p:nvPr/>
        </p:nvSpPr>
        <p:spPr>
          <a:xfrm>
            <a:off x="1878357" y="1411566"/>
            <a:ext cx="9173574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User accesses application through browser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Frontend sends API requests to Flask backend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Backend processes request and handles logic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Backend calls </a:t>
            </a:r>
            <a:r>
              <a:rPr lang="en-IN" sz="2000" dirty="0" err="1"/>
              <a:t>Groq</a:t>
            </a:r>
            <a:r>
              <a:rPr lang="en-IN" sz="2000" dirty="0"/>
              <a:t> API for MCQ generation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 err="1"/>
              <a:t>Groq</a:t>
            </a:r>
            <a:r>
              <a:rPr lang="en-IN" sz="2000" dirty="0"/>
              <a:t> API returns generated questions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Backend stores and retrieves data from SQLite database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Backend sends response back to frontend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Frontend displays results to user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667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7D9DE5A-4FCE-755E-5B27-6D50055F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>
            <a:extLst>
              <a:ext uri="{FF2B5EF4-FFF2-40B4-BE49-F238E27FC236}">
                <a16:creationId xmlns:a16="http://schemas.microsoft.com/office/drawing/2014/main" id="{5496EEFA-6074-69CC-07CA-0CA2B8B9A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908" y="1152833"/>
            <a:ext cx="9994837" cy="582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Launched AWS EC2 instance for deployment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Installed Docker and Git on EC2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Cloned project from GitHub repository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Created </a:t>
            </a:r>
            <a:r>
              <a:rPr lang="en-US" sz="2000" dirty="0" err="1"/>
              <a:t>Dockerfile</a:t>
            </a:r>
            <a:r>
              <a:rPr lang="en-US" sz="2000" dirty="0"/>
              <a:t> for application setup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Built Docker image with project and dependencies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Configured environment variables using .env file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Ran Docker container to start the application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Exposed application using port mapping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Tested complete workflow for successful deployment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867ECCAA-FE8A-BD13-C947-F23BAA68E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7" name="Google Shape;207;p14">
            <a:extLst>
              <a:ext uri="{FF2B5EF4-FFF2-40B4-BE49-F238E27FC236}">
                <a16:creationId xmlns:a16="http://schemas.microsoft.com/office/drawing/2014/main" id="{9DC0042F-B216-B92F-BD05-940353D6EFBC}"/>
              </a:ext>
            </a:extLst>
          </p:cNvPr>
          <p:cNvSpPr txBox="1"/>
          <p:nvPr/>
        </p:nvSpPr>
        <p:spPr>
          <a:xfrm>
            <a:off x="1557908" y="260648"/>
            <a:ext cx="10513168" cy="72008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C00"/>
              </a:buClr>
              <a:buSzPts val="4000"/>
              <a:buFont typeface="Times New Roman"/>
              <a:buNone/>
            </a:pPr>
            <a:r>
              <a:rPr lang="en-US" sz="4000" b="1" i="0" u="none" strike="noStrike" cap="small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18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302B8A2B-98C2-F642-38A0-237F12D2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>
            <a:extLst>
              <a:ext uri="{FF2B5EF4-FFF2-40B4-BE49-F238E27FC236}">
                <a16:creationId xmlns:a16="http://schemas.microsoft.com/office/drawing/2014/main" id="{CF2D79A8-365B-6BC0-296B-98AB49F12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57908" y="1152833"/>
            <a:ext cx="9994837" cy="582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Used by students for topic-wise practice tests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Helps job seekers prepare for aptitude and technical exams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Useful for quick revision before exams or interviews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Can be used in colleges for mock assessments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Supports self-learning through instant feedback and analysis</a:t>
            </a:r>
          </a:p>
          <a:p>
            <a:pPr marL="502413" lvl="0" indent="-342900">
              <a:buSzPct val="80000"/>
              <a:buFont typeface="Wingdings" panose="05000000000000000000" pitchFamily="2" charset="2"/>
              <a:buChar char="§"/>
            </a:pPr>
            <a:r>
              <a:rPr lang="en-US" sz="2000" dirty="0"/>
              <a:t>Applicable in online test platforms and e-learning systems</a:t>
            </a:r>
          </a:p>
        </p:txBody>
      </p:sp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370F972D-F64A-8782-2A3F-3E4FAD4D3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7" name="Google Shape;207;p14">
            <a:extLst>
              <a:ext uri="{FF2B5EF4-FFF2-40B4-BE49-F238E27FC236}">
                <a16:creationId xmlns:a16="http://schemas.microsoft.com/office/drawing/2014/main" id="{F8FB9490-300F-5832-C5E9-EB440499C250}"/>
              </a:ext>
            </a:extLst>
          </p:cNvPr>
          <p:cNvSpPr txBox="1"/>
          <p:nvPr/>
        </p:nvSpPr>
        <p:spPr>
          <a:xfrm>
            <a:off x="1557908" y="260648"/>
            <a:ext cx="10513168" cy="720080"/>
          </a:xfrm>
          <a:prstGeom prst="rect">
            <a:avLst/>
          </a:prstGeom>
          <a:gradFill>
            <a:gsLst>
              <a:gs pos="0">
                <a:srgbClr val="C5E6F2"/>
              </a:gs>
              <a:gs pos="50000">
                <a:srgbClr val="B7E0F0"/>
              </a:gs>
              <a:gs pos="97000">
                <a:srgbClr val="A0D9EE"/>
              </a:gs>
              <a:gs pos="100000">
                <a:srgbClr val="97D6EF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C00"/>
              </a:buClr>
              <a:buSzPts val="4000"/>
              <a:buFont typeface="Times New Roman"/>
              <a:buNone/>
            </a:pPr>
            <a:r>
              <a:rPr lang="en-US" sz="4000" b="1" i="0" u="none" strike="noStrike" cap="small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608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>
            <a:spLocks noGrp="1"/>
          </p:cNvSpPr>
          <p:nvPr>
            <p:ph type="body" idx="1"/>
          </p:nvPr>
        </p:nvSpPr>
        <p:spPr>
          <a:xfrm>
            <a:off x="1913645" y="1447800"/>
            <a:ext cx="9994837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8346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Thank You....!!!!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9"/>
          <p:cNvSpPr txBox="1">
            <a:spLocks noGrp="1"/>
          </p:cNvSpPr>
          <p:nvPr>
            <p:ph type="sldNum" idx="12"/>
          </p:nvPr>
        </p:nvSpPr>
        <p:spPr>
          <a:xfrm>
            <a:off x="11481873" y="6305550"/>
            <a:ext cx="60944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352</Words>
  <Application>Microsoft Office PowerPoint</Application>
  <PresentationFormat>Custom</PresentationFormat>
  <Paragraphs>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Gill Sans</vt:lpstr>
      <vt:lpstr>Times New Roman</vt:lpstr>
      <vt:lpstr>Noto Sans Symbols</vt:lpstr>
      <vt:lpstr>Wingdings</vt:lpstr>
      <vt:lpstr>Calibri</vt:lpstr>
      <vt:lpstr>Arial</vt:lpstr>
      <vt:lpstr>Solstice</vt:lpstr>
      <vt:lpstr>PowerPoint Presentation</vt:lpstr>
      <vt:lpstr>PowerPoint Presentation</vt:lpstr>
      <vt:lpstr>PowerPoint Presentation</vt:lpstr>
      <vt:lpstr>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Emam</dc:creator>
  <cp:lastModifiedBy>Krushna Yeole</cp:lastModifiedBy>
  <cp:revision>13</cp:revision>
  <dcterms:modified xsi:type="dcterms:W3CDTF">2026-04-07T19:22:22Z</dcterms:modified>
</cp:coreProperties>
</file>